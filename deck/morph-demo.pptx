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작은 점 하나로 시작합니다. 다음 장으로 넘기면 이 점이 커지면서 자리를 옮깁니다 — 새로 나타나는 게 아니라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점이 원으로 자라고, 작던 글씨가 제목 크기로 커집니다. 두 물체 모두 앞 장에 있던 것과 같은 물체입니다.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원이 옆으로 늘어나 줄이 됩니다. 앱 이름이 왜 레드라인인지를 화면이 대신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줄이 얇아지며 위로 올라가 제목 밑줄처럼 자리를 잡고, 카드 셋이 들어옵니다.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가운데 카드만 남기고 나머지는 물러납니다. 카드가 커지면서 그 안의 글도 같이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줄이 다시 원으로 모이면서 처음 점으로 돌아옵니다. 시작과 끝이 같은 물체라 이야기가 닫힙니다.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ark"/>
          <p:cNvSpPr/>
          <p:nvPr/>
        </p:nvSpPr>
        <p:spPr>
          <a:xfrm>
            <a:off x="5925312" y="31272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448056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레드라인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모핑 전환 예시 · 스페이스바로 넘기세요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ark"/>
          <p:cNvSpPr/>
          <p:nvPr/>
        </p:nvSpPr>
        <p:spPr>
          <a:xfrm>
            <a:off x="7498080" y="1691640"/>
            <a:ext cx="3474720" cy="347472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822960" y="219456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탕부하나님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레드라인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수험생을 위한 매일 묵상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ark"/>
          <p:cNvSpPr/>
          <p:nvPr/>
        </p:nvSpPr>
        <p:spPr>
          <a:xfrm>
            <a:off x="822960" y="2788920"/>
            <a:ext cx="10515600" cy="310896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자리에 줄이 남는다.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놓쳐도 이미 읽은 자리는 그대로 남습니다.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ark"/>
          <p:cNvSpPr/>
          <p:nvPr/>
        </p:nvSpPr>
        <p:spPr>
          <a:xfrm>
            <a:off x="822960" y="6355080"/>
            <a:ext cx="6309360" cy="82296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8229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하는 일</a:t>
            </a:r>
            <a:endParaRPr lang="en-US" sz="2400" dirty="0"/>
          </a:p>
        </p:txBody>
      </p:sp>
      <p:sp>
        <p:nvSpPr>
          <p:cNvPr id="4" name="!!c1"/>
          <p:cNvSpPr txBox="1"/>
          <p:nvPr/>
        </p:nvSpPr>
        <p:spPr>
          <a:xfrm>
            <a:off x="822960" y="2286000"/>
            <a:ext cx="3310128" cy="2514600"/>
          </a:xfrm>
          <a:prstGeom prst="roundRect">
            <a:avLst>
              <a:gd name="adj" fmla="val 4364"/>
            </a:avLst>
          </a:prstGeom>
          <a:solidFill>
            <a:srgbClr val="1B1611"/>
          </a:solidFill>
          <a:ln w="12700">
            <a:solidFill>
              <a:srgbClr val="3A3129"/>
            </a:solidFill>
          </a:ln>
        </p:spPr>
        <p:txBody>
          <a:bodyPr wrap="square" lIns="254000" tIns="254000" rIns="254000" bIns="254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한 장</a:t>
            </a:r>
            <a:endParaRPr lang="en-US" sz="19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9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날짜에 맞춰 묵상 한 편이 열립니다.</a:t>
            </a:r>
            <a:endParaRPr lang="en-US" sz="1900" dirty="0"/>
          </a:p>
        </p:txBody>
      </p:sp>
      <p:sp>
        <p:nvSpPr>
          <p:cNvPr id="5" name="!!c2"/>
          <p:cNvSpPr txBox="1"/>
          <p:nvPr/>
        </p:nvSpPr>
        <p:spPr>
          <a:xfrm>
            <a:off x="4425696" y="2286000"/>
            <a:ext cx="3310128" cy="2514600"/>
          </a:xfrm>
          <a:prstGeom prst="roundRect">
            <a:avLst>
              <a:gd name="adj" fmla="val 4364"/>
            </a:avLst>
          </a:prstGeom>
          <a:solidFill>
            <a:srgbClr val="1B1611"/>
          </a:solidFill>
          <a:ln w="12700">
            <a:solidFill>
              <a:srgbClr val="3A3129"/>
            </a:solidFill>
          </a:ln>
        </p:spPr>
        <p:txBody>
          <a:bodyPr wrap="square" lIns="254000" tIns="254000" rIns="254000" bIns="254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365일</a:t>
            </a:r>
            <a:endParaRPr lang="en-US" sz="19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9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한 편, 1년치가 들어 있습니다.</a:t>
            </a:r>
            <a:endParaRPr lang="en-US" sz="1900" dirty="0"/>
          </a:p>
        </p:txBody>
      </p:sp>
      <p:sp>
        <p:nvSpPr>
          <p:cNvPr id="6" name="!!c3"/>
          <p:cNvSpPr txBox="1"/>
          <p:nvPr/>
        </p:nvSpPr>
        <p:spPr>
          <a:xfrm>
            <a:off x="8028432" y="2286000"/>
            <a:ext cx="3310128" cy="2514600"/>
          </a:xfrm>
          <a:prstGeom prst="roundRect">
            <a:avLst>
              <a:gd name="adj" fmla="val 4364"/>
            </a:avLst>
          </a:prstGeom>
          <a:solidFill>
            <a:srgbClr val="1B1611"/>
          </a:solidFill>
          <a:ln w="12700">
            <a:solidFill>
              <a:srgbClr val="3A3129"/>
            </a:solidFill>
          </a:ln>
        </p:spPr>
        <p:txBody>
          <a:bodyPr wrap="square" lIns="254000" tIns="254000" rIns="254000" bIns="254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코드</a:t>
            </a:r>
            <a:endParaRPr lang="en-US" sz="19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9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기기를 바꿔도 코드 한 줄이면 그대로.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ark"/>
          <p:cNvSpPr/>
          <p:nvPr/>
        </p:nvSpPr>
        <p:spPr>
          <a:xfrm>
            <a:off x="822960" y="6355080"/>
            <a:ext cx="9326880" cy="82296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8229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</a:t>
            </a:r>
            <a:endParaRPr lang="en-US" sz="2400" dirty="0"/>
          </a:p>
        </p:txBody>
      </p:sp>
      <p:sp>
        <p:nvSpPr>
          <p:cNvPr id="4" name="!!c2"/>
          <p:cNvSpPr txBox="1"/>
          <p:nvPr/>
        </p:nvSpPr>
        <p:spPr>
          <a:xfrm>
            <a:off x="822960" y="2011680"/>
            <a:ext cx="10515600" cy="3749040"/>
          </a:xfrm>
          <a:prstGeom prst="roundRect">
            <a:avLst>
              <a:gd name="adj" fmla="val 2927"/>
            </a:avLst>
          </a:prstGeom>
          <a:solidFill>
            <a:srgbClr val="1B1611"/>
          </a:solidFill>
          <a:ln w="12700">
            <a:solidFill>
              <a:srgbClr val="3A3129"/>
            </a:solidFill>
          </a:ln>
        </p:spPr>
        <p:txBody>
          <a:bodyPr wrap="square" lIns="254000" tIns="254000" rIns="254000" bIns="25400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</a:t>
            </a:r>
            <a:endParaRPr lang="en-US" sz="96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한 편, 1년치 묵상</a:t>
            </a:r>
            <a:endParaRPr lang="en-US" sz="9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mark"/>
          <p:cNvSpPr/>
          <p:nvPr/>
        </p:nvSpPr>
        <p:spPr>
          <a:xfrm>
            <a:off x="8503920" y="3017520"/>
            <a:ext cx="2926080" cy="292608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822960" y="2926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한 장.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내일의 종이 아니라, 오늘을 사는 아들로.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모핑 전환 예시</dc:title>
  <dc:subject>PptxGenJS Presentation</dc:subject>
  <dc:creator>PptxGenJS</dc:creator>
  <cp:lastModifiedBy>PptxGenJS</cp:lastModifiedBy>
  <cp:revision>1</cp:revision>
  <dcterms:created xsi:type="dcterms:W3CDTF">2026-09-20T13:03:53Z</dcterms:created>
  <dcterms:modified xsi:type="dcterms:W3CDTF">2026-09-20T13:03:53Z</dcterms:modified>
</cp:coreProperties>
</file>