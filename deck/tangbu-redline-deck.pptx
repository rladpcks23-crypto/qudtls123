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수험생을 위한 묵상 앱입니다. 오늘 하루를 붙드는 한 장, 그리고 읽은 자리에 남는 빨간 줄. 안드로이드·윈도우·웹 세 곳에서 같은 내용으로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수험 생활은 길고, 대개 체력보다 마음이 먼저 떨어집니다. 계획표를 더 늘리는 대신 하루 한 장으로 좁혔습니다.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기능을 넷으로 줄였습니다. 매일 한 편, 진도 표시, 백업 코드, 화면 테마. 더 넣지 않는 것이 이 앱의 방침입니다.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탕자가 아니라 진도 이야기입니다. 하루를 빠뜨려도 이미 읽은 자리는 그대로 남기 때문에, 다시 펴는 문턱이 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계정이 없다는 점이 핵심입니다. 로그인 절차가 없으니 설치하고 바로 읽기 시작할 수 있고, 인터넷이 끊긴 자습실에서도 그대로 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보통 탕자의 비유라고 부르지만, 이 앱은 아버지 쪽에 이름을 붙였습니다. 달려온 것은 아들이 아니라 아버지였다는 것이 앱 전체의 어조입니다.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쓰는 절차가 짧아야 매일 열립니다. 앱을 열면 오늘 것이 이미 펴져 있고, 읽고 나오면 진도가 자동으로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플랫폼 모두 같은 내용입니다. 웹 버전은 파일 하나라 링크만으로 열 수 있어서, 급할 때 가장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끝맺음 문장입니다. 수험 기간을 "내일을 위해 참는 시간"이 아니라 오늘로 보자는 것이 앱 전체의 메시지입니다.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417320"/>
            <a:ext cx="3749040" cy="3749040"/>
          </a:xfrm>
          <a:prstGeom prst="ellipse">
            <a:avLst/>
          </a:prstGeom>
          <a:solidFill>
            <a:srgbClr val="0C0A08"/>
          </a:solidFill>
          <a:ln w="19050">
            <a:solidFill>
              <a:srgbClr val="3A31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2148840"/>
            <a:ext cx="2286000" cy="2286000"/>
          </a:xfrm>
          <a:prstGeom prst="ellipse">
            <a:avLst/>
          </a:prstGeom>
          <a:solidFill>
            <a:srgbClr val="1B1611"/>
          </a:solidFill>
          <a:ln w="12700">
            <a:solidFill>
              <a:srgbClr val="FFA51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0032" y="2999232"/>
            <a:ext cx="585216" cy="585216"/>
          </a:xfrm>
          <a:prstGeom prst="ellipse">
            <a:avLst/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수험생을 위한 매일 묵상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탕부하나님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레드라인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114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한 장. 오늘 붙들 문장 하나면 충분합니다.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4892040"/>
            <a:ext cx="1011326" cy="420624"/>
          </a:xfrm>
          <a:prstGeom prst="roundRect">
            <a:avLst>
              <a:gd name="adj" fmla="val 50000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892040"/>
            <a:ext cx="10113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43430" y="4892040"/>
            <a:ext cx="1011326" cy="420624"/>
          </a:xfrm>
          <a:prstGeom prst="roundRect">
            <a:avLst>
              <a:gd name="adj" fmla="val 50000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43430" y="4892040"/>
            <a:ext cx="10113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01061" y="4892040"/>
            <a:ext cx="652882" cy="420624"/>
          </a:xfrm>
          <a:prstGeom prst="roundRect">
            <a:avLst>
              <a:gd name="adj" fmla="val 50000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01061" y="4892040"/>
            <a:ext cx="6528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00246" y="489204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00246" y="489204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100%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github.com/rladpcks23-crypto/Qudtls123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02336" cy="402336"/>
          </a:xfrm>
          <a:prstGeom prst="ellipse">
            <a:avLst/>
          </a:prstGeom>
          <a:solidFill>
            <a:srgbClr val="2B1E0B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48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548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만들었나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789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공부는 길고, 마음은 그보다 </a:t>
            </a:r>
            <a:pPr indent="0" marL="0">
              <a:buNone/>
            </a:pPr>
            <a:r>
              <a:rPr lang="en-US" sz="3600" b="1" dirty="0">
                <a:solidFill>
                  <a:srgbClr val="FF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pPr indent="0" marL="0">
              <a:buNone/>
            </a:pPr>
            <a:r>
              <a:rPr lang="en-US" sz="3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지친다.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진도표는 늘어나는데 버틸 힘이 먼저 바닥납니다. 계획을 더 촘촘히 짜는 것으로는 해결되지 않습니다. 필요한 것은 더 긴 목록이 아니라, 오늘 하루를 버티게 하는 문장 하나입니다.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3434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필요 없이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것만 펴면 된다.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26680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매일 건네는 말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329184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내일의 종이 아니라,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오늘을 사는 아들이 산다.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5440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 실린 묵상 한 편에서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02336" cy="402336"/>
          </a:xfrm>
          <a:prstGeom prst="ellipse">
            <a:avLst/>
          </a:prstGeom>
          <a:solidFill>
            <a:srgbClr val="2B1E0B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48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548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하는 일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789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가지만 합니다.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41448"/>
            <a:ext cx="603504" cy="603504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292" y="25831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한 장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89864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날짜에 맞춰 묵상 한 편이 열립니다. 고를 필요 없이 오늘 것만 펴면 됩니다.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55080" y="205740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20840" y="2441448"/>
            <a:ext cx="603504" cy="603504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572" y="25831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98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레드라인 진도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289864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자리에 빨간 줄이 남습니다. 끊겨도 그 자리에서 다시 이어집니다.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85800" y="425196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51560" y="4636008"/>
            <a:ext cx="603504" cy="603504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47777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2880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코드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828800" y="509320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기기를 바꿔도 코드 한 줄이면 그대로. 계정도 로그인도 없습니다.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355080" y="425196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20840" y="4636008"/>
            <a:ext cx="603504" cy="603504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47777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980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눈에 맞는 화면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7498080" y="509320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새벽에도 자습실에서도. 라이트·다크가 시스템 설정을 따라갑니다.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02336" cy="402336"/>
          </a:xfrm>
          <a:prstGeom prst="ellipse">
            <a:avLst/>
          </a:prstGeom>
          <a:solidFill>
            <a:srgbClr val="2B1E0B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48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548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된 기능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789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자리에 줄이 남는다.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5212080" cy="3886200"/>
          </a:xfrm>
          <a:prstGeom prst="roundRect">
            <a:avLst>
              <a:gd name="adj" fmla="val 2824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진도표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3355848"/>
            <a:ext cx="146304" cy="146304"/>
          </a:xfrm>
          <a:prstGeom prst="ellipse">
            <a:avLst/>
          </a:prstGeom>
          <a:solidFill>
            <a:srgbClr val="6A6058"/>
          </a:solidFill>
          <a:ln w="12700">
            <a:solidFill>
              <a:srgbClr val="6A60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99032" y="3154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하루를 놓치면 표 전체가 무너진 것처럼 보인다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4224528"/>
            <a:ext cx="146304" cy="146304"/>
          </a:xfrm>
          <a:prstGeom prst="ellipse">
            <a:avLst/>
          </a:prstGeom>
          <a:solidFill>
            <a:srgbClr val="6A6058"/>
          </a:solidFill>
          <a:ln w="12700">
            <a:solidFill>
              <a:srgbClr val="6A60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99032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했는지 매번 다시 세어야 한다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5093208"/>
            <a:ext cx="146304" cy="146304"/>
          </a:xfrm>
          <a:prstGeom prst="ellipse">
            <a:avLst/>
          </a:prstGeom>
          <a:solidFill>
            <a:srgbClr val="6A6058"/>
          </a:solidFill>
          <a:ln w="12700">
            <a:solidFill>
              <a:srgbClr val="6A60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99032" y="4892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기기를 바꾸면 기록이 사라진다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2057400"/>
            <a:ext cx="5212080" cy="3886200"/>
          </a:xfrm>
          <a:prstGeom prst="roundRect">
            <a:avLst>
              <a:gd name="adj" fmla="val 2824"/>
            </a:avLst>
          </a:prstGeom>
          <a:solidFill>
            <a:srgbClr val="241D16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377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레드라인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0" y="3355848"/>
            <a:ext cx="146304" cy="146304"/>
          </a:xfrm>
          <a:prstGeom prst="ellipse">
            <a:avLst/>
          </a:prstGeom>
          <a:solidFill>
            <a:srgbClr val="FFA51F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76872" y="3154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날이 있어도 읽은 자리는 그대로 남는다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224528"/>
            <a:ext cx="146304" cy="146304"/>
          </a:xfrm>
          <a:prstGeom prst="ellipse">
            <a:avLst/>
          </a:prstGeom>
          <a:solidFill>
            <a:srgbClr val="FFA51F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76872" y="4023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펴는 순간 어디까지 왔는지 바로 보인다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5093208"/>
            <a:ext cx="146304" cy="146304"/>
          </a:xfrm>
          <a:prstGeom prst="ellipse">
            <a:avLst/>
          </a:prstGeom>
          <a:solidFill>
            <a:srgbClr val="FFA51F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76872" y="4892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코드 한 줄로 그대로 옮겨진다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02336" cy="402336"/>
          </a:xfrm>
          <a:prstGeom prst="ellipse">
            <a:avLst/>
          </a:prstGeom>
          <a:solidFill>
            <a:srgbClr val="2B1E0B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48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548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789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가볍게, 그러나 끝까지.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365</a:t>
            </a:r>
            <a:pPr indent="0" marL="0">
              <a:buNone/>
            </a:pP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69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한 편, 1년치 묵상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47288" y="233172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6732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pPr indent="0" marL="0">
              <a:buNone/>
            </a:pP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4069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· 윈도우 · 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8776" y="233172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pPr indent="0" marL="0">
              <a:buNone/>
            </a:pP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4069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계정 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70264" y="233172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0304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pPr indent="0" marL="0">
              <a:buNone/>
            </a:pPr>
            <a:r>
              <a:rPr lang="en-US" sz="24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290304" y="4069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오프라인에서 동작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계정도, 결제도, 인터넷 연결도 없이 돌아갑니다. 설치하면 그날부터 끝까지.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02336" cy="402336"/>
          </a:xfrm>
          <a:prstGeom prst="ellipse">
            <a:avLst/>
          </a:prstGeom>
          <a:solidFill>
            <a:srgbClr val="2B1E0B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48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548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이름의 뜻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789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기다리다 </a:t>
            </a:r>
            <a:pPr indent="0" marL="0">
              <a:buNone/>
            </a:pPr>
            <a:r>
              <a:rPr lang="en-US" sz="3600" b="1" dirty="0">
                <a:solidFill>
                  <a:srgbClr val="FF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달려오신</a:t>
            </a:r>
            <a:pPr indent="0" marL="0">
              <a:buNone/>
            </a:pPr>
            <a:r>
              <a:rPr lang="en-US" sz="3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아버지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417320" y="3063240"/>
            <a:ext cx="2834640" cy="1280160"/>
          </a:xfrm>
          <a:prstGeom prst="line">
            <a:avLst/>
          </a:prstGeom>
          <a:noFill/>
          <a:ln w="25400">
            <a:solidFill>
              <a:srgbClr val="3A31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251960" y="3611880"/>
            <a:ext cx="3017520" cy="731520"/>
          </a:xfrm>
          <a:prstGeom prst="line">
            <a:avLst/>
          </a:prstGeom>
          <a:noFill/>
          <a:ln w="25400">
            <a:solidFill>
              <a:srgbClr val="3A31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269480" y="2697480"/>
            <a:ext cx="3017520" cy="914400"/>
          </a:xfrm>
          <a:prstGeom prst="line">
            <a:avLst/>
          </a:prstGeom>
          <a:noFill/>
          <a:ln w="38100">
            <a:solidFill>
              <a:srgbClr val="FF4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3584" y="2889504"/>
            <a:ext cx="347472" cy="347472"/>
          </a:xfrm>
          <a:prstGeom prst="ellipse">
            <a:avLst/>
          </a:prstGeom>
          <a:solidFill>
            <a:srgbClr val="0C0A08"/>
          </a:solidFill>
          <a:ln w="25400">
            <a:solidFill>
              <a:srgbClr val="FFA5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것을 들고 멀리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78224" y="4169664"/>
            <a:ext cx="347472" cy="347472"/>
          </a:xfrm>
          <a:prstGeom prst="ellipse">
            <a:avLst/>
          </a:prstGeom>
          <a:solidFill>
            <a:srgbClr val="0C0A08"/>
          </a:solidFill>
          <a:ln w="25400">
            <a:solidFill>
              <a:srgbClr val="FFA5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가진 것이 다 떨어진 자리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95744" y="3438144"/>
            <a:ext cx="347472" cy="347472"/>
          </a:xfrm>
          <a:prstGeom prst="ellipse">
            <a:avLst/>
          </a:prstGeom>
          <a:solidFill>
            <a:srgbClr val="0C0A08"/>
          </a:solidFill>
          <a:ln w="25400">
            <a:solidFill>
              <a:srgbClr val="FFA5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돌아섬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거리가 멀었는데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113264" y="2523744"/>
            <a:ext cx="347472" cy="347472"/>
          </a:xfrm>
          <a:prstGeom prst="ellipse">
            <a:avLst/>
          </a:prstGeom>
          <a:solidFill>
            <a:srgbClr val="0C0A08"/>
          </a:solidFill>
          <a:ln w="38100">
            <a:solidFill>
              <a:srgbClr val="FF44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잔치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아버지가 먼저 달려와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탕부(蕩父) — 아들에게 아낌없이 쏟아붓는 아버지. 돌아오는 아들을 보고 먼저 달려간 쪽은 아버지였습니다. 공부가 안 된 날에도 자리는 그대로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02336" cy="402336"/>
          </a:xfrm>
          <a:prstGeom prst="ellipse">
            <a:avLst/>
          </a:prstGeom>
          <a:solidFill>
            <a:srgbClr val="2B1E0B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48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548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쓰는 법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789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앉아서 3분.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2258568"/>
            <a:ext cx="713232" cy="713232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32304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2219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2194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연다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26517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날짜의 한 편이 이미 펴져 있습니다. 찾을 것이 없습니다.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3557016"/>
            <a:ext cx="713232" cy="713232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7307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3520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423160" y="3493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장을 읽는다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2423160" y="39502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 한 구절과 짧은 글 한 편. 길어야 3분입니다.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77240" y="4855464"/>
            <a:ext cx="713232" cy="713232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029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8188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2423160" y="47914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 남는다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2423160" y="524865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나오면 그 자리에 빨간 줄. 내일은 그다음이 열립니다.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458200" y="2148840"/>
            <a:ext cx="3017520" cy="3794760"/>
          </a:xfrm>
          <a:prstGeom prst="roundRect">
            <a:avLst>
              <a:gd name="adj" fmla="val 3636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823960" y="2468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기기를 바꿀 때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823960" y="29260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설정에서 백업 코드를 복사해 두고, 새 기기에서 붙여넣으면 진도가 그대로 따라옵니다.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8823960" y="4663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없음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없음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없음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02336" cy="402336"/>
          </a:xfrm>
          <a:prstGeom prst="ellipse">
            <a:avLst/>
          </a:prstGeom>
          <a:solidFill>
            <a:srgbClr val="2B1E0B"/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48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548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곳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789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곳 모두 같은 내용입니다.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514600"/>
            <a:ext cx="731520" cy="731520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702052"/>
            <a:ext cx="356616" cy="356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840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APK 설치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4251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릴리스에서 APK를 내려받아 설치합니다.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61688" y="214884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73168" y="2514600"/>
            <a:ext cx="731520" cy="731520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270205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73168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773168" y="3840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파일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773168" y="4251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바로 실행되는 포터블 파일입니다.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037576" y="214884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49056" y="2514600"/>
            <a:ext cx="731520" cy="731520"/>
          </a:xfrm>
          <a:prstGeom prst="ellipse">
            <a:avLst/>
          </a:prstGeom>
          <a:solidFill>
            <a:srgbClr val="2B1E0B"/>
          </a:solidFill>
          <a:ln w="12700">
            <a:solidFill>
              <a:srgbClr val="3A31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70205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49056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449056" y="3840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브라우저로 열기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449056" y="4251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91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한 장이라 링크만 있으면 열립니다.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진도와 설정은 기기마다 따로 저장되며, 백업 코드로 옮길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691640"/>
            <a:ext cx="3200400" cy="3200400"/>
          </a:xfrm>
          <a:prstGeom prst="ellipse">
            <a:avLst/>
          </a:prstGeom>
          <a:solidFill>
            <a:srgbClr val="0C0A08"/>
          </a:solidFill>
          <a:ln w="19050">
            <a:solidFill>
              <a:srgbClr val="3A31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2331720"/>
            <a:ext cx="1920240" cy="1920240"/>
          </a:xfrm>
          <a:prstGeom prst="ellipse">
            <a:avLst/>
          </a:prstGeom>
          <a:solidFill>
            <a:srgbClr val="1B1611"/>
          </a:solidFill>
          <a:ln w="12700">
            <a:solidFill>
              <a:srgbClr val="FFA51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2952" y="3044952"/>
            <a:ext cx="493776" cy="493776"/>
          </a:xfrm>
          <a:prstGeom prst="ellipse">
            <a:avLst/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내일의 종이 아니라,</a:t>
            </a:r>
            <a:endParaRPr lang="en-US" sz="4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오늘을 사는 아들로.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7680960" cy="1600200"/>
          </a:xfrm>
          <a:prstGeom prst="roundRect">
            <a:avLst>
              <a:gd name="adj" fmla="val 6857"/>
            </a:avLst>
          </a:prstGeom>
          <a:solidFill>
            <a:srgbClr val="1B1611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4069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오직 여호와를 앙망하는 자는 새 힘을 얻으리니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독수리가 날개치며 올라감 같을 것이요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937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5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이사야 40:31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탕부하나님 레드라인 · 하루 한 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탕부하나님 레드라인 — 앱 소개</dc:title>
  <dc:subject>PptxGenJS Presentation</dc:subject>
  <dc:creator>탕부하나님 레드라인</dc:creator>
  <cp:lastModifiedBy>탕부하나님 레드라인</cp:lastModifiedBy>
  <cp:revision>1</cp:revision>
  <dcterms:created xsi:type="dcterms:W3CDTF">2026-09-18T04:33:09Z</dcterms:created>
  <dcterms:modified xsi:type="dcterms:W3CDTF">2026-09-18T04:33:09Z</dcterms:modified>
</cp:coreProperties>
</file>